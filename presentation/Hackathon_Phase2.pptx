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74320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31152" y="274320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78624" y="274320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6096" y="274320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73568" y="274320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274320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621792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31152" y="621792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78624" y="621792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6096" y="621792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73568" y="621792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621792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969264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31152" y="969264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78624" y="969264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26096" y="969264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73568" y="969264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969264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1316736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31152" y="1316736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78624" y="1316736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26096" y="1316736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73568" y="1316736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0" y="1316736"/>
            <a:ext cx="91440" cy="914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— PHASE 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100584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Design &amp;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4200" dirty="0"/>
          </a:p>
        </p:txBody>
      </p:sp>
      <p:sp>
        <p:nvSpPr>
          <p:cNvPr id="29" name="Shape 27"/>
          <p:cNvSpPr/>
          <p:nvPr/>
        </p:nvSpPr>
        <p:spPr>
          <a:xfrm>
            <a:off x="640080" y="2651760"/>
            <a:ext cx="128016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[FILL: Your Problem Statement Title Here]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[Team Name]  </a:t>
            </a:r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Date: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— PROBLEM STATEMENT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457200"/>
          </a:xfrm>
          <a:prstGeom prst="rect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Describe the core problem.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pain point does this solve?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 and how often?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68680"/>
            <a:ext cx="411480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868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Proposed Solution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Your AI-powered solution in 2-3 sentences.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GenAI / Sarvam AI help solve this?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— TECHNICAL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1554480"/>
          </a:xfrm>
          <a:prstGeom prst="rect">
            <a:avLst/>
          </a:prstGeom>
          <a:solidFill>
            <a:srgbClr val="1D4ED8">
              <a:alpha val="20000"/>
            </a:srgbClr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⚛️ 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· Single file · No build step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560320" cy="1554480"/>
          </a:xfrm>
          <a:prstGeom prst="rect">
            <a:avLst/>
          </a:prstGeom>
          <a:solidFill>
            <a:srgbClr val="0369A1">
              <a:alpha val="20000"/>
            </a:srgbClr>
          </a:solidFill>
          <a:ln w="1905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051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FastAPI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148132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· API Key Auth · CORS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914400"/>
            <a:ext cx="2560320" cy="1554480"/>
          </a:xfrm>
          <a:prstGeom prst="rect">
            <a:avLst/>
          </a:prstGeom>
          <a:solidFill>
            <a:srgbClr val="4F46E5">
              <a:alpha val="20000"/>
            </a:srgbClr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051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AI Router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48132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Cache (5min TTL) · Fallback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2560320" cy="1554480"/>
          </a:xfrm>
          <a:prstGeom prst="rect">
            <a:avLst/>
          </a:prstGeom>
          <a:solidFill>
            <a:srgbClr val="16A34A">
              <a:alpha val="20000"/>
            </a:srgbClr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71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MCP Tools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40156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→ Real data fetch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2834640"/>
            <a:ext cx="2560320" cy="1554480"/>
          </a:xfrm>
          <a:prstGeom prst="rect">
            <a:avLst/>
          </a:prstGeom>
          <a:solidFill>
            <a:srgbClr val="7C3AED">
              <a:alpha val="2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971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🌟 Sarvam AI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340156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sarvam-2b · Translate · TTS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2834640"/>
            <a:ext cx="2560320" cy="1554480"/>
          </a:xfrm>
          <a:prstGeom prst="rect">
            <a:avLst/>
          </a:prstGeom>
          <a:solidFill>
            <a:srgbClr val="D97706">
              <a:alpha val="20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971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🗄️ SQLite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3401568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Log · Feedback (judging criteria)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34840" y="2468880"/>
            <a:ext cx="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— SCOPE DEFINITION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IN SCOPE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chat interface using Sarvam API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calling for real-time data fetch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collection (thumbs up/down)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 for domain entities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security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caching &amp; rate limiting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[Add domain-specific feature]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[Add domain-specific feature]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148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68680"/>
            <a:ext cx="411480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868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OUT OF SCOPE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database (using SQLite mock)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/ login system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device connectivity (mock data)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UI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/ billing integration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[Add domain-specific exclusion]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[Add domain-specific exclusion]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— APPROACH &amp; TIMELINE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0" y="22860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1920240" cy="3886200"/>
          </a:xfrm>
          <a:prstGeom prst="rect">
            <a:avLst/>
          </a:prstGeom>
          <a:solidFill>
            <a:srgbClr val="1D4ED8">
              <a:alpha val="15000"/>
            </a:srgbClr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192024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10:00–10:30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&amp; Domain Swap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mock_data.py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system prompt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Sarvam connection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34840" y="22860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514600" y="868680"/>
            <a:ext cx="1920240" cy="3886200"/>
          </a:xfrm>
          <a:prstGeom prst="rect">
            <a:avLst/>
          </a:prstGeom>
          <a:solidFill>
            <a:srgbClr val="16A34A">
              <a:alpha val="15000"/>
            </a:srgbClr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868680"/>
            <a:ext cx="192024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868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10:30–12:00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0604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Feature Build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06040" y="242316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MCP tools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API integration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labels update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2860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663440" y="868680"/>
            <a:ext cx="1920240" cy="3886200"/>
          </a:xfrm>
          <a:prstGeom prst="rect">
            <a:avLst/>
          </a:prstGeom>
          <a:solidFill>
            <a:srgbClr val="F97316">
              <a:alpha val="15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868680"/>
            <a:ext cx="192024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868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12:00–14:00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4068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5488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Polish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42316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mechanism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improvements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12280" y="868680"/>
            <a:ext cx="1920240" cy="3886200"/>
          </a:xfrm>
          <a:prstGeom prst="rect">
            <a:avLst/>
          </a:prstGeom>
          <a:solidFill>
            <a:srgbClr val="7C3AED">
              <a:alpha val="15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868680"/>
            <a:ext cx="19202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868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14:00–17:00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8952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0372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&amp; Documentation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03720" y="242316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update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cleanup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demo flow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E45"/>
          </a:solidFill>
          <a:ln w="12700">
            <a:solidFill>
              <a:srgbClr val="0F1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— INNOVATION &amp; REAL-WORLD IMPACT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73152" cy="1783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MCP Tool Calling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2704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fetches real data via tools — not just text. More accurate than context-injection alone.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68680"/>
            <a:ext cx="73152" cy="1783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51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Performance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2704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 response cache. Rate limiting. Async throughout. Production-grade patterns.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0360"/>
            <a:ext cx="73152" cy="1783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63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Real-World Ready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53872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[Describe your specific domain use case and business impact here]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80360"/>
            <a:ext cx="73152" cy="1783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063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Scalability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538728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SQLite → Postgres. Add load balancer. Cache → Redis. Architecture supports it.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— DEMO FLOW  (Day 2 Presentation)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914400"/>
            <a:ext cx="7772400" cy="594360"/>
          </a:xfrm>
          <a:prstGeom prst="rect">
            <a:avLst/>
          </a:prstGeom>
          <a:solidFill>
            <a:srgbClr val="1D4ED8">
              <a:alpha val="1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9144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[30s]  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83080" y="914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Pain —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9144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a real problem story from the domain. Make it human.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64792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1719072"/>
            <a:ext cx="7772400" cy="594360"/>
          </a:xfrm>
          <a:prstGeom prst="rect">
            <a:avLst/>
          </a:prstGeom>
          <a:solidFill>
            <a:srgbClr val="16A34A">
              <a:alpha val="1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719072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[90s]  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83080" y="17190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—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1719072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app running. Type a query. Show MCP tool call. Show feedback.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69464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05840" y="2523744"/>
            <a:ext cx="7772400" cy="59436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2523744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[60s]  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83080" y="252374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— 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2523744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diagram. Explain MCP layer. Mention cache + rate limit.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374136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05840" y="3328416"/>
            <a:ext cx="7772400" cy="594360"/>
          </a:xfrm>
          <a:prstGeom prst="rect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328416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[40s]  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83080" y="332841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&amp; Impact — 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66160" y="3328416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How this solves a real org problem at scale.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17880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05840" y="4133088"/>
            <a:ext cx="7772400" cy="594360"/>
          </a:xfrm>
          <a:prstGeom prst="rect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13308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[20s]  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783080" y="413308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 — 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66160" y="413308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 you'd build next. Shows ambition.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items = fill in on hackathon day based on your problem statement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Phase 2 — Technical Design</dc:title>
  <dc:subject>PptxGenJS Presentation</dc:subject>
  <dc:creator>Team</dc:creator>
  <cp:lastModifiedBy>Team</cp:lastModifiedBy>
  <cp:revision>1</cp:revision>
  <dcterms:created xsi:type="dcterms:W3CDTF">2026-05-10T01:12:00Z</dcterms:created>
  <dcterms:modified xsi:type="dcterms:W3CDTF">2026-05-10T01:12:00Z</dcterms:modified>
</cp:coreProperties>
</file>